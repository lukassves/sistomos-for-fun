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Paieška Būsenų Erdvėje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A Modern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Dirbtinio Intelekto Laboratorinis Darbas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Skyrai 2-6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Užduoties Apžvalga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Pagrindinės Užduotys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Parsisiųsti Python projektą iš GitHub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Paleisti 2 paieškos uždavinius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Suprasti pradines ir galines būsenas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režimu trasuoti kodą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Analizuoti Uždaviniai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Eight Puzzle (8 kaladėlės)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Graph Map Problem (Rumunijos žemėlapis)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Paieškos algoritmas: BFS (Breadth-First Search)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Dirbtinio Intelekto Architektūra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46304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1737360"/>
            <a:ext cx="548640" cy="0"/>
          </a:xfrm>
          <a:prstGeom prst="line">
            <a:avLst/>
          </a:prstGeom>
          <a:noFill/>
          <a:ln w="2540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3748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017520" y="1371600"/>
            <a:ext cx="146304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Būsenų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Erdvė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548640" cy="0"/>
          </a:xfrm>
          <a:prstGeom prst="line">
            <a:avLst/>
          </a:prstGeom>
          <a:noFill/>
          <a:ln w="254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374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303520" y="1371600"/>
            <a:ext cx="146304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Paieškos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1737360"/>
            <a:ext cx="548640" cy="0"/>
          </a:xfrm>
          <a:prstGeom prst="line">
            <a:avLst/>
          </a:prstGeom>
          <a:noFill/>
          <a:ln w="254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3748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589520" y="1371600"/>
            <a:ext cx="146304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2560320"/>
            <a:ext cx="822960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Pagrindiniai Komponentai: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2004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(Problema):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Apibrėžia pradinę būseną, tikslą, veiksmus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(Mazgas):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Saugo būsenas paieškos medyje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(Eilė):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eilė BFS algoritme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Galimi veiksmai (UP, DOWN, LEFT, RIGHT)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Puzzle Uždavinys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114800" cy="3291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Uždavinio Aprašymas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 lentelė su 8 kaladėlėmis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Viena tuščia pozicija (0)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Tikslas: sutvarkyti kaladėles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Pradinė būsena:</a:t>
            </a:r>
            <a:endParaRPr lang="en-US" sz="1400" dirty="0"/>
          </a:p>
          <a:p>
            <a:pPr lvl="1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(2, 4, 3, 1, 5, 6, 7, 8, 0)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188720"/>
            <a:ext cx="3657600" cy="3291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Galimi Veiksmai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18288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4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Stumti kaladėlę aukštyn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4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Stumti kaladėlę žemyn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4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Stumti kaladėlę kairėn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4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Stumti kaladėlę dešinėn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Puzzle - BFS Algoritmas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breadth_first_graph_search Procesas: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Sukuriamas pradinis mazgas ir įdedamas į frontier (FIFO eilė)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45720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 frontier nėra tuščias: paimamas pirmas mazgas, tikrinama ar tai tikslas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45720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74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3566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Jei ne tikslas: generuojami visi galimi vaikai (4 kryptys) ir įdedami į frontier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79552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Procesas kartojasi, kol randamas sprendimas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Puzzle - Debug Rezultatai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02336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Procesas Parodo: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Algoritmas kviečia Problem metodus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Sukuriamos naujos būsenos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augimas (FIFO eilė)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Paieškos medžio formavimas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Atkuriamas galutinis sprendimas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74904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Pagrindiniai Pastebėjimai: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sluoksnis</a:t>
            </a:r>
            <a:endParaRPr lang="en-US" sz="14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Saugo būseną ir kelią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sluoksnis</a:t>
            </a:r>
            <a:endParaRPr lang="en-US" sz="14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Apibrėžia logiką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sluoksnis</a:t>
            </a:r>
            <a:endParaRPr lang="en-US" sz="140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Vykdo algoritmą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Map Problem - Rumunija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02336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Uždavinio Aprašymas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Pradinis miestas: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Tikslas: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Bucharest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Užduotis: rasti trumpiausią kelią tarp miestų naudojant grafą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Algoritmas: BFS (breadth_first_graph_search)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74904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GraphProblem Struktūra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romania_problem = GraphProblem(start, goal, map)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mato:</a:t>
            </a:r>
            <a:endParaRPr lang="en-US" sz="1300" dirty="0"/>
          </a:p>
          <a:p>
            <a:pPr lvl="1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Pradinis miestas: Arad</a:t>
            </a:r>
            <a:endParaRPr lang="en-US" sz="1300" dirty="0"/>
          </a:p>
          <a:p>
            <a:pPr lvl="1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Tikslas: Bucharest</a:t>
            </a:r>
            <a:endParaRPr lang="en-US" sz="1300" dirty="0"/>
          </a:p>
          <a:p>
            <a:pPr lvl="1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Žemėlapis su visais keliais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 - BFS Įgyvendinimas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Žingsniai: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Naudojamas breadth_first_graph_search(romania_problem)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4572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587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Patikrina būseną Search('Arad'), ieško visų greičiausių kelių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45720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00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3273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Suranda miestus: Zerind, Sibiu, Timisoara → sukuriami Node objektai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457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86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9593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Kartojamas procesas, kol randamas Bucharest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 - Sprendimo Kelias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16459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5176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3748"/>
                </a:solidFill>
              </a:rPr>
              <a:t>→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164592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Sibiu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3748"/>
                </a:solidFill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164592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Fagaras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0" y="1874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3748"/>
                </a:solidFill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474720" y="2926080"/>
            <a:ext cx="219456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Bucharest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keliauja atgal ir parodo sprendimo kelią. </a:t>
            </a:r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Agentas neturi išankstinio plano - generuoja viską proceso metu.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Išvados ir Pagrindiniai Pastebėjimai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210312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efektyviai suranda trumpiausią kelią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režimas padeda suprasti algoritmo logiką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Trys sluoksniai: Agentas → Problem → Search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eilė užtikrina lygio tvarka paiešką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struktūra saugo kelią ir būseną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Algorithms - AIMA</dc:title>
  <dc:subject>PptxGenJS Presentation</dc:subject>
  <dc:creator>AI Laboratory</dc:creator>
  <cp:lastModifiedBy>AI Laboratory</cp:lastModifiedBy>
  <cp:revision>1</cp:revision>
  <dcterms:created xsi:type="dcterms:W3CDTF">2026-02-22T21:47:05Z</dcterms:created>
  <dcterms:modified xsi:type="dcterms:W3CDTF">2026-02-22T21:47:05Z</dcterms:modified>
</cp:coreProperties>
</file>